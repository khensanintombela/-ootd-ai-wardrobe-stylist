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.com/share/bfb8b44fc16a?skid=f0551d75-2f91-4471-bc0f-d478a1a0c7d7" TargetMode="External"/><Relationship Id="rId3" Type="http://schemas.openxmlformats.org/officeDocument/2006/relationships/hyperlink" Target="https://github.com/KhensaniNtombela/OOTD-AI-Wardrobe-Stylist" TargetMode="External"/><Relationship Id="rId4" Type="http://schemas.openxmlformats.org/officeDocument/2006/relationships/hyperlink" Target="https://khensanintombela.github.io/My-Portfol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8046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8FBFD"/>
                </a:solidFill>
                <a:latin typeface="Aptos Display"/>
              </a:rPr>
              <a:t>OOTD AI Wardrobe Stylist</a:t>
            </a:r>
          </a:p>
          <a:p>
            <a:r>
              <a:rPr sz="2200">
                <a:solidFill>
                  <a:srgbClr val="18A8E0"/>
                </a:solidFill>
                <a:latin typeface="Aptos"/>
              </a:rPr>
              <a:t>An AI-powered personal styling experience</a:t>
            </a:r>
          </a:p>
          <a:p>
            <a:r>
              <a:rPr sz="1500">
                <a:solidFill>
                  <a:srgbClr val="A9BECC"/>
                </a:solidFill>
                <a:latin typeface="Aptos"/>
              </a:rPr>
              <a:t>Group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1417320"/>
            <a:ext cx="2926080" cy="201168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1417320"/>
            <a:ext cx="54864" cy="2011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39328" y="158191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8" y="2075688"/>
            <a:ext cx="2560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Natural-language styling
Wardrobe intelligence
Personalisation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DCE7EF"/>
                </a:solidFill>
                <a:latin typeface="Aptos"/>
              </a:rPr>
              <a:t>AI • Prompt Engineering • UX • Wardrobe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Fashion advice can be disconnected from what a person actually 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338328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4864" cy="338328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Too much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Users may have many clothing items but still struggle to decide what to wear for a specific occasion.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338328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54864" cy="338328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Context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58568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Useful recommendations need to consider occasion, formality, mood, weather, practicality and personal style.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338328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4864" cy="3383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Inspiration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58568"/>
            <a:ext cx="3017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The challenge is translating fashion inspiration into an outfit that works with an existing wardrobe.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A conversational AI stylist designed around the user's wardrobe.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Users describe what they need in natural language instead of navigating rigid forms.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The system is designed to interpret occasion, environment, dress code, mood, aesthetic, weather and practicality.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The wardrobe is treated as the source of truth for recommendations.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Users can move from inspiration to wardrobe matching, outfit creation, saving and wear logging.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The experience combines styling assistance with personal organisation.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846320"/>
            <a:ext cx="3566160" cy="10515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4846320"/>
            <a:ext cx="54864" cy="10515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501091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Design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5504688"/>
            <a:ext cx="32004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Recommendations should be explainable, practical and grounded in what the user 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The interface brings styling and wardrobe workflows into one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AI Stylist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Natural-language styling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41732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819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Digital Wardrobe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7568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Organise clothing, shoes, bags and accessories.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41732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9944" y="1417320"/>
            <a:ext cx="54864" cy="1737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5819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Historic Chats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07568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Access previous styling conversations.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141732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17736" y="141732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15819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Inspiration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207568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Explore fashion inspiration and aesthetics.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6616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6616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73075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Saved Outfits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22452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Keep outfit combinations for later.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2152" y="356616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02152" y="3566160"/>
            <a:ext cx="54864" cy="1737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73075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Wear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22452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Record outfits worn and styling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9944" y="356616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9944" y="356616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373075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22452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Manage personal information and style notes.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17736" y="3566160"/>
            <a:ext cx="2423160" cy="17373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17736" y="3566160"/>
            <a:ext cx="54864" cy="17373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373075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8904" y="4224528"/>
            <a:ext cx="205740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Control language, appearance and accent colour.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How the Styling Experience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A typical request moves through a context-aware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62179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1. Describe the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67128"/>
            <a:ext cx="54864" cy="62179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2. Interpret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25496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16936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16936"/>
            <a:ext cx="54864" cy="62179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81528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3. Check wardrobe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66744"/>
            <a:ext cx="54864" cy="62179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31335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4. Evaluate compatibility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25112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16552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16552"/>
            <a:ext cx="54864" cy="6217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58114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5. Explain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74920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59"/>
            <a:ext cx="4937760" cy="62179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166359"/>
            <a:ext cx="54864" cy="6217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330951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6. Save / modify / wear / 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824727"/>
            <a:ext cx="4572000" cy="-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554480"/>
            <a:ext cx="4572000" cy="118872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554480"/>
            <a:ext cx="54864" cy="118872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1719072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21284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Occasion • environment • formality • mood • aesthetic • weather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063240"/>
            <a:ext cx="4572000" cy="118872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063240"/>
            <a:ext cx="54864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227832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Personalisation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72160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Colours • compatibility • silhouette • season • preferences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572000" cy="96012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572000"/>
            <a:ext cx="54864" cy="96012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736592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Follow-up questions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5230368"/>
            <a:ext cx="4206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Asked only when essential information is missing.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AI 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Structured prompting turns a general AI model into a focused styling assistant.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2062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42062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Natural-language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896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The prompt defines how styling intent and relevant context should be interpreted.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74720" cy="42062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54864" cy="4206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Behavioural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21408"/>
            <a:ext cx="310896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The design specifies follow-up questions, wardrobe-first recommendations, structured responses and error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474720" cy="42062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54864" cy="42062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Persistent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21408"/>
            <a:ext cx="310896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The intended design connects chats, wardrobe data, saved outfits, boards, wear logs, profile and settings.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Wardrobe-First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Recommendations should start with what the user 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743200" cy="12344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54864" cy="12344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6479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5856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Occasion, environment, weather and dress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51960"/>
            <a:ext cx="2743200" cy="12344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251960"/>
            <a:ext cx="54864" cy="12344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41655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Personal 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91032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Colours, aesthetics, preferences and silhouette.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00200"/>
            <a:ext cx="2743200" cy="12344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1600200"/>
            <a:ext cx="54864" cy="12344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176479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Compatibility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25856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How items work together as an outfit.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251960"/>
            <a:ext cx="2743200" cy="12344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4251960"/>
            <a:ext cx="54864" cy="12344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441655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Practicality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491032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Comfort, season, time and real-world use.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2240280"/>
            <a:ext cx="2926080" cy="1828800"/>
          </a:xfrm>
          <a:prstGeom prst="ellipse">
            <a:avLst/>
          </a:prstGeom>
          <a:solidFill>
            <a:srgbClr val="08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6974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8FBFD"/>
                </a:solidFill>
                <a:latin typeface="Aptos Display"/>
              </a:rPr>
              <a:t>USER'S
WARDROBE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Inspiration-to-Wardrobe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The project connects fashion discovery with practical wardrobe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4864" cy="14630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Discover inspiration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96312" y="2057400"/>
            <a:ext cx="54864" cy="14630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Understand style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2057400"/>
            <a:ext cx="54864" cy="146304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Match wardrobe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2057400"/>
            <a:ext cx="54864" cy="1463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Identify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8" y="2057400"/>
            <a:ext cx="54864" cy="1463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Create or modify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057400"/>
            <a:ext cx="1600200" cy="146304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2057400"/>
            <a:ext cx="54864" cy="1463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2221992"/>
            <a:ext cx="1234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71576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Save / board / wear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206240"/>
            <a:ext cx="10058400" cy="114300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4206240"/>
            <a:ext cx="54864" cy="1143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4370831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Why this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864607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Inspiration becomes a practical starting point rather than an isolated image.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User Experience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The interface supports exploration while keeping important actions discoverable.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Responsive controls and navigation across the main styling workflows.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Persistent areas for wardrobe, chats, saved outfits, boards and wear history.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Personal settings for language, appearance and accent colour.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Accessibility and usability considered as part of the interface design.</a:t>
            </a:r>
          </a:p>
          <a:p>
            <a:pPr>
              <a:spcAft>
                <a:spcPts val="1200"/>
              </a:spcAft>
              <a:defRPr sz="1700">
                <a:solidFill>
                  <a:srgbClr val="DCE7EF"/>
                </a:solidFill>
                <a:latin typeface="Aptos"/>
              </a:defRPr>
            </a:pPr>
            <a:r>
              <a:t>Actions include Save Outfit, Wear Today, Add to Board, View Inspiration, Try Another and Modify.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4892040"/>
            <a:ext cx="3840480" cy="91440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4892040"/>
            <a:ext cx="54864" cy="91440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5056631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Design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5550407"/>
            <a:ext cx="347472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Keep the AI useful without taking control away from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Development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The project evolved through iterative prompt refinement, feature definition and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92024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1. Define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55448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804672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3258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4904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Define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1984248"/>
            <a:ext cx="768096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Identify wardrobe and styling pain 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192024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54864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40487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2. Design AI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98648"/>
            <a:ext cx="155448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240280"/>
            <a:ext cx="804672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22402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24048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Design AI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898648"/>
            <a:ext cx="768096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Translate requirements into structured prompts and guardrails.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54680"/>
            <a:ext cx="192024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31927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3. Build and 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813048"/>
            <a:ext cx="155448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154680"/>
            <a:ext cx="804672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1800" y="31546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33192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Build and refine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2968" y="3813048"/>
            <a:ext cx="768096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Develop the interface and user flows.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69080"/>
            <a:ext cx="192024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69080"/>
            <a:ext cx="54864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23367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4. Test interactions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727448"/>
            <a:ext cx="155448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4069080"/>
            <a:ext cx="804672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71800" y="40690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72968" y="42336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Test interactions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72968" y="4727448"/>
            <a:ext cx="768096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Check navigation, actions, persistence and failure handling.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983480"/>
            <a:ext cx="192024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9834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14807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5. Document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641848"/>
            <a:ext cx="155448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1800" y="4983480"/>
            <a:ext cx="8046720" cy="713232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71800" y="4983480"/>
            <a:ext cx="54864" cy="71323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2968" y="51480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Document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72968" y="5641848"/>
            <a:ext cx="7680960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Capture requirements, learning and future improvements.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Tools, Learning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The project combines generative AI, product thinking, UX and structured problem solving.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5661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35661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Tools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17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Generative AI
Prompt Engineering
Gemini
ChatGPT
AI-assisted development
Web application technologies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5661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54864" cy="3566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Skills developed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21408"/>
            <a:ext cx="3017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Prompt design
AI product thinking
User-flow design
Requirements analysis
Testing and refinement
Technical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356616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54864" cy="356616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What it demonstrates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21408"/>
            <a:ext cx="3017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How a user problem can be translated into an AI-assisted product concept with structured behaviour, personalisation and a documented development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8FBFD"/>
                </a:solidFill>
                <a:latin typeface="Aptos Display"/>
              </a:rPr>
              <a:t>Project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ECC"/>
                </a:solidFill>
                <a:latin typeface="Aptos"/>
              </a:rPr>
              <a:t>Live project, GitHub documentation and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91840" cy="182880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54864" cy="182880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Live AI Wardrobe Stylist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67128"/>
            <a:ext cx="2926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Open the working AI experience in Gemini.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182880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54864" cy="1828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7335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67128"/>
            <a:ext cx="2926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README, project documentation and screenshots.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291840" cy="182880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54864" cy="182880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7335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67128"/>
            <a:ext cx="2926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Broader professional profile and project showcase.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03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A8E0"/>
                </a:solidFill>
                <a:latin typeface="Aptos"/>
                <a:hlinkClick r:id="rId2"/>
              </a:rPr>
              <a:t>Open the AI Wardrobe Stylist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A8E0"/>
                </a:solidFill>
                <a:latin typeface="Aptos"/>
                <a:hlinkClick r:id="rId3"/>
              </a:rPr>
              <a:t>GitHub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03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A8E0"/>
                </a:solidFill>
                <a:latin typeface="Aptos"/>
                <a:hlinkClick r:id="rId4"/>
              </a:rPr>
              <a:t>View Portfolio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800600"/>
            <a:ext cx="9235440" cy="868680"/>
          </a:xfrm>
          <a:prstGeom prst="roundRect">
            <a:avLst/>
          </a:prstGeom>
          <a:solidFill>
            <a:srgbClr val="0B3554"/>
          </a:solidFill>
          <a:ln>
            <a:solidFill>
              <a:srgbClr val="1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4800600"/>
            <a:ext cx="54864" cy="868680"/>
          </a:xfrm>
          <a:prstGeom prst="rect">
            <a:avLst/>
          </a:prstGeom>
          <a:solidFill>
            <a:srgbClr val="18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496519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BFD"/>
                </a:solidFill>
                <a:latin typeface="Aptos Display"/>
              </a:rPr>
              <a:t>Closing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5458968"/>
            <a:ext cx="8869680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DCE7EF"/>
                </a:solidFill>
                <a:latin typeface="Aptos"/>
              </a:rPr>
              <a:t>The project explores how AI can combine wardrobe data, context and inspiration into a more personal styling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9BECC"/>
                </a:solidFill>
                <a:latin typeface="Aptos"/>
              </a:rPr>
              <a:t>OOTD AI Wardrobe Stylist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